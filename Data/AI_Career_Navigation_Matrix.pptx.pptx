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647700" y="550301"/>
            <a:ext cx="1642571" cy="1636476"/>
          </a:xfrm>
          <a:custGeom>
            <a:avLst/>
            <a:gdLst/>
            <a:ahLst/>
            <a:cxnLst/>
            <a:rect r="r" b="b" t="t" l="l"/>
            <a:pathLst>
              <a:path h="1636476" w="1642571">
                <a:moveTo>
                  <a:pt x="0" y="0"/>
                </a:moveTo>
                <a:lnTo>
                  <a:pt x="1642571" y="0"/>
                </a:lnTo>
                <a:lnTo>
                  <a:pt x="1642571" y="1636476"/>
                </a:lnTo>
                <a:lnTo>
                  <a:pt x="0" y="16364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007254" y="557099"/>
            <a:ext cx="1642571" cy="1622880"/>
          </a:xfrm>
          <a:custGeom>
            <a:avLst/>
            <a:gdLst/>
            <a:ahLst/>
            <a:cxnLst/>
            <a:rect r="r" b="b" t="t" l="l"/>
            <a:pathLst>
              <a:path h="1622880" w="1642571">
                <a:moveTo>
                  <a:pt x="0" y="0"/>
                </a:moveTo>
                <a:lnTo>
                  <a:pt x="1642571" y="0"/>
                </a:lnTo>
                <a:lnTo>
                  <a:pt x="1642571" y="1622880"/>
                </a:lnTo>
                <a:lnTo>
                  <a:pt x="0" y="16228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2853"/>
            <a:ext cx="18284428" cy="10199284"/>
            <a:chOff x="0" y="0"/>
            <a:chExt cx="24379238" cy="135990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301" cy="13599033"/>
            </a:xfrm>
            <a:custGeom>
              <a:avLst/>
              <a:gdLst/>
              <a:ahLst/>
              <a:cxnLst/>
              <a:rect r="r" b="b" t="t" l="l"/>
              <a:pathLst>
                <a:path h="13599033" w="24379301">
                  <a:moveTo>
                    <a:pt x="0" y="0"/>
                  </a:moveTo>
                  <a:lnTo>
                    <a:pt x="24379301" y="0"/>
                  </a:lnTo>
                  <a:lnTo>
                    <a:pt x="24379301" y="13599033"/>
                  </a:lnTo>
                  <a:lnTo>
                    <a:pt x="0" y="1359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" r="0" b="-29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DAHLHMQCgE8</dc:identifier>
  <dcterms:modified xsi:type="dcterms:W3CDTF">2011-08-01T06:04:30Z</dcterms:modified>
  <cp:revision>1</cp:revision>
  <dc:title>AI_Career_Navigation_Matrix.pptx</dc:title>
</cp:coreProperties>
</file>